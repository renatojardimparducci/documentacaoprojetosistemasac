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2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D6C514-51B8-D9BA-2C64-E1C429BB67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545D0EB-B4A9-1BBE-0842-BCC9107DC2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C31AFB-2417-77C7-61B1-4EFB88057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11E03-D048-4A83-B901-8D21A13A6AE5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DA42C3C-22A5-406C-29E1-576C86539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CE0C509-DC4B-A968-AE11-E59BC1B73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6B06E-9255-4ED8-A114-C3EFF2E2C7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2481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C8B186-9599-7B94-6FFC-FD349FB42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842DAD-FA0F-861D-4699-FF5AD48733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A22D9DE-8964-779E-CF5F-C06AE7312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11E03-D048-4A83-B901-8D21A13A6AE5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664BAC4-F120-E3EB-12CF-A3F38335C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185EF9-ECC4-21AE-3005-B3A9FED50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6B06E-9255-4ED8-A114-C3EFF2E2C7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150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1C1FF5-A5D8-3806-E498-64555A5E0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22F5C4D-6EBB-2323-B182-2F939F21B7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800DD84-253C-BD0A-3E6A-1BE267757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11E03-D048-4A83-B901-8D21A13A6AE5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44FBF77-20C8-84ED-E1DD-6D40ACA5D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5498C3E-30A0-EA4F-E33F-C16B4BF7C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6B06E-9255-4ED8-A114-C3EFF2E2C7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3444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2F5375-BCDA-DC6B-0934-6051B675B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8F1907-9A58-6F34-5B37-EE7D345D01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0412ED6-E9ED-35AF-CB56-8C398DF3A5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597CAEE-3919-BAE3-D93C-24FC9BF83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11E03-D048-4A83-B901-8D21A13A6AE5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B247643-D665-AFBB-979B-1259A9C17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8EE3264-2C3E-141F-8D73-59EA33527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6B06E-9255-4ED8-A114-C3EFF2E2C7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1713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B6586D-8BF5-AA78-2D54-293768CAA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92C5780-D8DC-DFC0-2E2C-4782D5C63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32A3E9C-497D-EA55-F92F-45BC81790A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57699AA-DC5A-A3D3-2AC6-5C2148ECD9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CA3006B-4A2D-D7BC-2ABC-DA0250B5A6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BC3CCD1-7821-7CE9-A781-900C05501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11E03-D048-4A83-B901-8D21A13A6AE5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4A6B821-9608-4A34-FA3C-D777A71C9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9532A40-FD4E-3FAD-EEAC-21AAB602B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6B06E-9255-4ED8-A114-C3EFF2E2C7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8119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092A50-0ED0-70BA-C387-BEFE08BBF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4A51BFE-2709-AA95-C121-5825A158B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11E03-D048-4A83-B901-8D21A13A6AE5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7156A1F-0FCC-F468-F9CE-9CAEB8041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D98ED45-811F-7BEE-60A7-A7BA8D291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6B06E-9255-4ED8-A114-C3EFF2E2C7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3931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854A5F7-4903-6FF0-3580-85B89967F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11E03-D048-4A83-B901-8D21A13A6AE5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0C0EC25-B2D3-F0A1-5A08-2F18724B8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2F2DCC4-A976-7D50-EA6D-2ADFC090B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6B06E-9255-4ED8-A114-C3EFF2E2C7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4507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EF502C-231E-66D2-8AFD-B54540670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67CCEC-9674-1928-16C4-8EE5A138B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1B428B0-5915-49C7-B68C-FDAF7F0768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8B9F521-B6E9-D27C-C171-392567B4C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11E03-D048-4A83-B901-8D21A13A6AE5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86B90F7-17B3-A302-0374-DAB496D3F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1682743-DAC3-334D-18E9-6CFD00664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6B06E-9255-4ED8-A114-C3EFF2E2C7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9844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02A005-704B-DA92-510F-0BD07FF33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8535C53-DE12-0748-74A4-02E8D16EB5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8618893-3015-129D-31EE-742193F61A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5342C96-A602-24F2-025F-32EE60DA4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11E03-D048-4A83-B901-8D21A13A6AE5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AE2FE80-E3ED-9317-AEA3-775F40375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61D5F73-F614-595C-59C3-B45818BB2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6B06E-9255-4ED8-A114-C3EFF2E2C7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2470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3DAE49-435D-9144-0088-117933764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76663D3-2476-34AA-C264-B56279747C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DB4331B-4496-BF41-6818-EBBC045D1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11E03-D048-4A83-B901-8D21A13A6AE5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AA1DC0-2150-30B7-E80D-CFB592599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F1BE9BD-8513-AF31-A664-FD40B4072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6B06E-9255-4ED8-A114-C3EFF2E2C7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5945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442E1BD-1641-12B5-6CC9-C5A069F634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363EB9B-B827-958F-A876-1B3039FFC4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13766F8-2BE9-E867-4EE7-BE3C07F65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11E03-D048-4A83-B901-8D21A13A6AE5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C28A70-EEFD-507B-46B0-B21E0078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1FEEC0-FFFD-B822-EEF9-461CE5919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6B06E-9255-4ED8-A114-C3EFF2E2C7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8904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D6DFAC-3744-0B23-9260-ED638DB64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905BFAB-A6CE-8F9B-9917-2BAC758AFE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975F945-818C-AE26-425A-EC26024DCE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A11E03-D048-4A83-B901-8D21A13A6AE5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61CCC6-DA12-C896-49EE-FA0D763557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7F0189-AD4B-2A1C-B21D-91A6D30C9F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06B06E-9255-4ED8-A114-C3EFF2E2C7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0363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D8B8E8-650D-1D35-CB17-7E57C71BE1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Kickoff de projeto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6E55C5A-67B4-5587-7387-DC3E89E1EC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Pitch definitivo</a:t>
            </a:r>
          </a:p>
        </p:txBody>
      </p:sp>
    </p:spTree>
    <p:extLst>
      <p:ext uri="{BB962C8B-B14F-4D97-AF65-F5344CB8AC3E}">
        <p14:creationId xmlns:p14="http://schemas.microsoft.com/office/powerpoint/2010/main" val="11317299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Kickoff de projeto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Renato Jardim Parducci</dc:creator>
  <cp:lastModifiedBy>Renato Jardim Parducci</cp:lastModifiedBy>
  <cp:revision>2</cp:revision>
  <dcterms:created xsi:type="dcterms:W3CDTF">2025-11-28T15:37:00Z</dcterms:created>
  <dcterms:modified xsi:type="dcterms:W3CDTF">2025-11-28T15:42:46Z</dcterms:modified>
</cp:coreProperties>
</file>